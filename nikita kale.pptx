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92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E45F-9E1F-4453-84BD-93304069AE22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5E296-439F-4A32-9519-BA5E2A5AD04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E45F-9E1F-4453-84BD-93304069AE22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5E296-439F-4A32-9519-BA5E2A5AD04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E45F-9E1F-4453-84BD-93304069AE22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5E296-439F-4A32-9519-BA5E2A5AD0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E45F-9E1F-4453-84BD-93304069AE22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5E296-439F-4A32-9519-BA5E2A5AD04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E45F-9E1F-4453-84BD-93304069AE22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5E296-439F-4A32-9519-BA5E2A5AD04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E45F-9E1F-4453-84BD-93304069AE22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5E296-439F-4A32-9519-BA5E2A5AD0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E45F-9E1F-4453-84BD-93304069AE22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5E296-439F-4A32-9519-BA5E2A5AD0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E45F-9E1F-4453-84BD-93304069AE22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5E296-439F-4A32-9519-BA5E2A5AD0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E45F-9E1F-4453-84BD-93304069AE22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5E296-439F-4A32-9519-BA5E2A5AD04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E45F-9E1F-4453-84BD-93304069AE22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5E296-439F-4A32-9519-BA5E2A5AD0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CE45F-9E1F-4453-84BD-93304069AE22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5E296-439F-4A32-9519-BA5E2A5AD0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4FCE45F-9E1F-4453-84BD-93304069AE22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C45E296-439F-4A32-9519-BA5E2A5AD04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3600" dirty="0" smtClean="0">
                <a:latin typeface="Bodoni MT Condensed" panose="02070606080606020203" pitchFamily="18" charset="0"/>
              </a:rPr>
              <a:t>Ob work at  three levels .</a:t>
            </a:r>
            <a:endParaRPr lang="en-US" sz="3600" dirty="0">
              <a:latin typeface="Bodoni MT Condensed" panose="02070606080606020203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>
                <a:latin typeface="Bodoni MT Condensed" panose="02070606080606020203" pitchFamily="18" charset="0"/>
              </a:rPr>
              <a:t>Oranization</a:t>
            </a:r>
            <a:r>
              <a:rPr lang="en-US" dirty="0" smtClean="0">
                <a:latin typeface="Bodoni MT Condensed" panose="02070606080606020203" pitchFamily="18" charset="0"/>
              </a:rPr>
              <a:t>  </a:t>
            </a:r>
            <a:r>
              <a:rPr lang="en-US" dirty="0" err="1" smtClean="0">
                <a:latin typeface="Bodoni MT Condensed" panose="02070606080606020203" pitchFamily="18" charset="0"/>
              </a:rPr>
              <a:t>behaviour</a:t>
            </a:r>
            <a:endParaRPr lang="en-US" dirty="0">
              <a:latin typeface="Bodoni MT Condensed" panose="02070606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479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90800" y="986286"/>
            <a:ext cx="3810000" cy="1066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 Condensed" panose="02070606080606020203" pitchFamily="18" charset="0"/>
              </a:rPr>
              <a:t>Organization system level 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doni MT Condensed" panose="02070606080606020203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00200" y="2091905"/>
            <a:ext cx="4114800" cy="9144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Algerian" panose="04020705040A02060702" pitchFamily="82" charset="0"/>
              </a:rPr>
              <a:t>Group level</a:t>
            </a:r>
            <a:endParaRPr lang="en-US" sz="3600" dirty="0">
              <a:latin typeface="Algerian" panose="04020705040A02060702" pitchFamily="82" charset="0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284672" y="228600"/>
            <a:ext cx="2971800" cy="3352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09445" y="3006305"/>
            <a:ext cx="4114800" cy="9144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latin typeface="Algerian" panose="04020705040A02060702" pitchFamily="82" charset="0"/>
              </a:rPr>
              <a:t>Individual level</a:t>
            </a:r>
            <a:endParaRPr lang="en-US" sz="32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385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743200" y="1828800"/>
            <a:ext cx="3429000" cy="25908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Key element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183833"/>
      </p:ext>
    </p:extLst>
  </p:cSld>
  <p:clrMapOvr>
    <a:masterClrMapping/>
  </p:clrMapOvr>
</p:sld>
</file>

<file path=ppt/theme/theme1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14</TotalTime>
  <Words>17</Words>
  <Application>Microsoft Office PowerPoint</Application>
  <PresentationFormat>On-screen Show (4:3)</PresentationFormat>
  <Paragraphs>6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Slipstream</vt:lpstr>
      <vt:lpstr>Oranization  behaviour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Oranization  behaviour</dc:title>
  <dc:creator>Student</dc:creator>
  <cp:lastModifiedBy>Student</cp:lastModifiedBy>
  <cp:revision>2</cp:revision>
  <dcterms:created xsi:type="dcterms:W3CDTF">2025-07-24T11:06:41Z</dcterms:created>
  <dcterms:modified xsi:type="dcterms:W3CDTF">2025-07-24T11:20:56Z</dcterms:modified>
</cp:coreProperties>
</file>