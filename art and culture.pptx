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2057400"/>
          </a:xfrm>
        </p:spPr>
        <p:txBody>
          <a:bodyPr/>
          <a:lstStyle/>
          <a:p>
            <a:r>
              <a:rPr lang="en-US" dirty="0" smtClean="0"/>
              <a:t>Arts and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+++</a:t>
            </a:r>
            <a:endParaRPr lang="en-US" dirty="0"/>
          </a:p>
        </p:txBody>
      </p:sp>
      <p:pic>
        <p:nvPicPr>
          <p:cNvPr id="1026" name="Picture 2" descr="File:Arts &amp; Culture Logo.svg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990600"/>
            <a:ext cx="20574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80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676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/>
              <a:t>INTRODUCTION OF CULTURE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981200"/>
            <a:ext cx="8077200" cy="2830111"/>
          </a:xfrm>
        </p:spPr>
        <p:txBody>
          <a:bodyPr>
            <a:noAutofit/>
          </a:bodyPr>
          <a:lstStyle/>
          <a:p>
            <a:pPr fontAlgn="ctr"/>
            <a:r>
              <a:rPr lang="en-US" sz="1600" b="0" dirty="0"/>
              <a:t>Culture refers to the shared beliefs, values, traditions, and practices of a group of people, passed down through generations.</a:t>
            </a:r>
            <a:r>
              <a:rPr lang="en-US" sz="1600" b="0"/>
              <a:t> </a:t>
            </a:r>
            <a:endParaRPr lang="en-US" sz="1600" b="0" dirty="0"/>
          </a:p>
          <a:p>
            <a:r>
              <a:rPr lang="en-US" sz="1600" dirty="0"/>
              <a:t>Shared:</a:t>
            </a:r>
            <a:endParaRPr lang="en-US" sz="1600" b="0" dirty="0"/>
          </a:p>
          <a:p>
            <a:pPr fontAlgn="ctr"/>
            <a:r>
              <a:rPr lang="en-US" sz="1600" b="0" dirty="0"/>
              <a:t>Cultural elements are not individual creations, but rather are shared by a group. </a:t>
            </a:r>
          </a:p>
          <a:p>
            <a:r>
              <a:rPr lang="en-US" sz="1600" dirty="0"/>
              <a:t>Learned:</a:t>
            </a:r>
            <a:endParaRPr lang="en-US" sz="1600" b="0" dirty="0"/>
          </a:p>
          <a:p>
            <a:pPr fontAlgn="ctr"/>
            <a:r>
              <a:rPr lang="en-US" sz="1600" b="0" dirty="0"/>
              <a:t>Individuals acquire culture through observation, education, and social interaction. </a:t>
            </a:r>
          </a:p>
          <a:p>
            <a:r>
              <a:rPr lang="en-US" sz="1600" dirty="0"/>
              <a:t>Symbolic:</a:t>
            </a:r>
            <a:endParaRPr lang="en-US" sz="1600" b="0" dirty="0"/>
          </a:p>
          <a:p>
            <a:pPr fontAlgn="ctr"/>
            <a:r>
              <a:rPr lang="en-US" sz="1600" b="0" dirty="0"/>
              <a:t>Culture relies on symbols, including language, to communicate meanings and values. </a:t>
            </a:r>
          </a:p>
          <a:p>
            <a:r>
              <a:rPr lang="en-US" sz="1600" dirty="0"/>
              <a:t>Integrated:</a:t>
            </a:r>
            <a:endParaRPr lang="en-US" sz="1600" b="0" dirty="0"/>
          </a:p>
          <a:p>
            <a:pPr fontAlgn="ctr"/>
            <a:r>
              <a:rPr lang="en-US" sz="1600" b="0" dirty="0"/>
              <a:t>Cultural elements are interconnected and interdependent, influencing one another. </a:t>
            </a:r>
          </a:p>
          <a:p>
            <a:r>
              <a:rPr lang="en-US" sz="1600" dirty="0"/>
              <a:t>Dynamic:</a:t>
            </a:r>
            <a:endParaRPr lang="en-US" sz="1600" b="0" dirty="0"/>
          </a:p>
          <a:p>
            <a:pPr fontAlgn="ctr"/>
            <a:r>
              <a:rPr lang="en-US" sz="1600" b="0" dirty="0"/>
              <a:t>Culture is not static; it evolves and changes over time as societies adapt to new circumstances. </a:t>
            </a:r>
          </a:p>
          <a:p>
            <a:r>
              <a:rPr lang="en-US" sz="1600" b="0" dirty="0"/>
              <a:t/>
            </a:r>
            <a:br>
              <a:rPr lang="en-US" sz="1600" b="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33319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609600"/>
            <a:ext cx="6172200" cy="1066800"/>
          </a:xfrm>
        </p:spPr>
        <p:txBody>
          <a:bodyPr/>
          <a:lstStyle/>
          <a:p>
            <a:r>
              <a:rPr lang="en-US" dirty="0" smtClean="0"/>
              <a:t>WHAT IS ART?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133600"/>
            <a:ext cx="6172200" cy="1371600"/>
          </a:xfrm>
        </p:spPr>
        <p:txBody>
          <a:bodyPr/>
          <a:lstStyle/>
          <a:p>
            <a:r>
              <a:rPr lang="en-US" sz="1600" dirty="0" smtClean="0"/>
              <a:t>Art </a:t>
            </a:r>
            <a:r>
              <a:rPr lang="en-US" sz="1600" dirty="0"/>
              <a:t>m</a:t>
            </a:r>
            <a:r>
              <a:rPr lang="en-US" sz="1600" dirty="0" smtClean="0"/>
              <a:t>ean various branches of creative activities, such as painting, music, literature, and dance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3" y="2971800"/>
            <a:ext cx="3595687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017546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04800"/>
            <a:ext cx="6172200" cy="1894362"/>
          </a:xfrm>
        </p:spPr>
        <p:txBody>
          <a:bodyPr/>
          <a:lstStyle/>
          <a:p>
            <a:r>
              <a:rPr lang="en-US" dirty="0" smtClean="0"/>
              <a:t>What is culture?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514600"/>
            <a:ext cx="6172200" cy="1371600"/>
          </a:xfrm>
        </p:spPr>
        <p:txBody>
          <a:bodyPr>
            <a:noAutofit/>
          </a:bodyPr>
          <a:lstStyle/>
          <a:p>
            <a:r>
              <a:rPr lang="en-US" sz="1600" b="0" dirty="0"/>
              <a:t>Culture is a shared way of life that includes beliefs, values, practices, and behaviors. It can also refer to the arts and material objects that represent a group of people. Culture is dynamic and can change over time</a:t>
            </a:r>
            <a:r>
              <a:rPr lang="en-US" sz="2000" b="0" dirty="0"/>
              <a:t>. 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10000"/>
            <a:ext cx="36576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8971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457200"/>
            <a:ext cx="6172200" cy="1894362"/>
          </a:xfrm>
        </p:spPr>
        <p:txBody>
          <a:bodyPr/>
          <a:lstStyle/>
          <a:p>
            <a:r>
              <a:rPr lang="en-US" dirty="0" smtClean="0"/>
              <a:t>Types of arts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2743200"/>
            <a:ext cx="6172200" cy="1371600"/>
          </a:xfrm>
        </p:spPr>
        <p:txBody>
          <a:bodyPr>
            <a:normAutofit/>
          </a:bodyPr>
          <a:lstStyle/>
          <a:p>
            <a:r>
              <a:rPr lang="en-US" dirty="0"/>
              <a:t>High Culture: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267200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5915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381000"/>
            <a:ext cx="6172200" cy="1970562"/>
          </a:xfrm>
        </p:spPr>
        <p:txBody>
          <a:bodyPr/>
          <a:lstStyle/>
          <a:p>
            <a:r>
              <a:rPr lang="en-US" dirty="0" smtClean="0"/>
              <a:t>Types of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43200"/>
            <a:ext cx="6172200" cy="1371600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 Culture</a:t>
            </a:r>
            <a:r>
              <a:rPr lang="en-US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Low culture: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Folk Culture: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Popular Culture</a:t>
            </a:r>
            <a:r>
              <a:rPr lang="en-US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Organizational Culture:</a:t>
            </a:r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286000"/>
            <a:ext cx="220027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2207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457200"/>
            <a:ext cx="6172200" cy="1894362"/>
          </a:xfrm>
        </p:spPr>
        <p:txBody>
          <a:bodyPr/>
          <a:lstStyle/>
          <a:p>
            <a:r>
              <a:rPr lang="en-US" dirty="0" err="1" smtClean="0"/>
              <a:t>Similarites</a:t>
            </a:r>
            <a:r>
              <a:rPr lang="en-US" dirty="0" smtClean="0"/>
              <a:t> between  of arts and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667000"/>
            <a:ext cx="6172200" cy="137160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Art is a subtype of </a:t>
            </a:r>
            <a:r>
              <a:rPr lang="en-US" sz="1600" dirty="0" err="1" smtClean="0"/>
              <a:t>cultur</a:t>
            </a: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Every </a:t>
            </a:r>
            <a:r>
              <a:rPr lang="en-US" sz="1600" dirty="0" err="1" smtClean="0"/>
              <a:t>culturepromotes</a:t>
            </a:r>
            <a:r>
              <a:rPr lang="en-US" sz="1600" dirty="0" smtClean="0"/>
              <a:t> and art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Every culture has a specific type of art in different forms like craft, dance, calligraphy etc.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8303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457200"/>
            <a:ext cx="6172200" cy="1894362"/>
          </a:xfrm>
        </p:spPr>
        <p:txBody>
          <a:bodyPr/>
          <a:lstStyle/>
          <a:p>
            <a:r>
              <a:rPr lang="en-US" dirty="0" smtClean="0"/>
              <a:t>Countries with rich art and </a:t>
            </a:r>
            <a:r>
              <a:rPr lang="en-US" dirty="0" err="1" smtClean="0"/>
              <a:t>cuture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895600"/>
            <a:ext cx="6172200" cy="1371600"/>
          </a:xfrm>
        </p:spPr>
        <p:txBody>
          <a:bodyPr>
            <a:normAutofit fontScale="2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Pakistan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India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Iran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UAE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Sri Lanka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Bangladesh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Turkey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Thailand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6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720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3400"/>
            <a:ext cx="6172200" cy="1894362"/>
          </a:xfrm>
        </p:spPr>
        <p:txBody>
          <a:bodyPr/>
          <a:lstStyle/>
          <a:p>
            <a:r>
              <a:rPr lang="en-US" dirty="0" err="1" smtClean="0"/>
              <a:t>importants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3048000"/>
            <a:ext cx="6172200" cy="13716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Most simple terms is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Medium to express ideas and to share information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Art highlights the beauty of culture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37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" t="-16667" r="-765" b="16667"/>
          <a:stretch/>
        </p:blipFill>
        <p:spPr bwMode="auto">
          <a:xfrm>
            <a:off x="361950" y="1571626"/>
            <a:ext cx="7467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313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88</TotalTime>
  <Words>154</Words>
  <Application>Microsoft Office PowerPoint</Application>
  <PresentationFormat>On-screen Show (4:3)</PresentationFormat>
  <Paragraphs>89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Oriel</vt:lpstr>
      <vt:lpstr>Arts and culture</vt:lpstr>
      <vt:lpstr>INTRODUCTION OF CULTURE  </vt:lpstr>
      <vt:lpstr>WHAT IS ART?</vt:lpstr>
      <vt:lpstr>What is culture?</vt:lpstr>
      <vt:lpstr>Types of arts</vt:lpstr>
      <vt:lpstr>Types of culture</vt:lpstr>
      <vt:lpstr>Similarites between  of arts and culture</vt:lpstr>
      <vt:lpstr>Countries with rich art and cuture</vt:lpstr>
      <vt:lpstr>importants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Arts and culture topic</dc:title>
  <dc:creator>Student</dc:creator>
  <cp:lastModifiedBy>Student</cp:lastModifiedBy>
  <cp:revision>11</cp:revision>
  <dcterms:created xsi:type="dcterms:W3CDTF">2006-08-16T00:00:00Z</dcterms:created>
  <dcterms:modified xsi:type="dcterms:W3CDTF">2025-04-15T09:20:16Z</dcterms:modified>
</cp:coreProperties>
</file>